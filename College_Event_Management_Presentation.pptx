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30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04160" y="1686199"/>
            <a:ext cx="622130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latin typeface="Aptos"/>
              </a:defRPr>
            </a:pPr>
            <a:r>
              <a:t>COLLEGE EVENT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74133" y="1631335"/>
            <a:ext cx="10881360" cy="54864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3560" y="2939921"/>
            <a:ext cx="1042416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rPr lang="en-IN" dirty="0"/>
              <a:t>Presented by :K. Thanush Reddy 25MVCSMR0492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rPr lang="en-IN" dirty="0"/>
              <a:t>			</a:t>
            </a:r>
            <a:r>
              <a:rPr lang="en-IN" dirty="0" err="1"/>
              <a:t>B.Ganesh</a:t>
            </a:r>
            <a:r>
              <a:rPr lang="en-IN" dirty="0"/>
              <a:t> 25MVCSMR0468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rPr lang="en-IN" dirty="0"/>
              <a:t>                          </a:t>
            </a:r>
            <a:r>
              <a:rPr lang="en-IN" dirty="0" err="1"/>
              <a:t>B.Anudeep</a:t>
            </a:r>
            <a:r>
              <a:rPr lang="en-IN" dirty="0"/>
              <a:t> 25MVCSMR0469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rPr lang="en-IN" dirty="0"/>
              <a:t>                          </a:t>
            </a:r>
            <a:r>
              <a:rPr lang="en-IN" dirty="0" err="1"/>
              <a:t>S.Sathwik</a:t>
            </a:r>
            <a:r>
              <a:rPr lang="en-IN" dirty="0"/>
              <a:t> 25MVCSMR0528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rPr lang="en-IN" dirty="0"/>
              <a:t>_CL</a:t>
            </a:r>
            <a:r>
              <a:rPr dirty="0"/>
              <a:t>ass/Section: </a:t>
            </a:r>
            <a:r>
              <a:rPr lang="en-IN" dirty="0"/>
              <a:t>AIML F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48C6B3-B100-1413-29C3-C8E3F1817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93" y="217468"/>
            <a:ext cx="10972800" cy="13864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44060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ptos"/>
              </a:defRPr>
            </a:pPr>
            <a:r>
              <a:rPr dirty="0"/>
              <a:t>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881360" cy="54864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College event management is the process of planning and conducting events in a college.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It includes cultural, technical, sports and academic events.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It requires teamwork and proper coordination.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The main aim is to make the event successful, safe and enjoyable.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37581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ptos"/>
              </a:defRPr>
            </a:pPr>
            <a:r>
              <a:rPr dirty="0"/>
              <a:t> Types of College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881360" cy="54864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Cultural events – fests, dance, music, drama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Technical events – hackathons, coding contests, workshops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Sports events – cricket, football, athletics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Academic events – seminars, conferences, presentations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Social events – awareness programs and charity activities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501502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ptos"/>
              </a:defRPr>
            </a:pPr>
            <a:r>
              <a:rPr dirty="0"/>
              <a:t>Event Management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881360" cy="54864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1. Identify the purpose of the event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2. Set goals and prepare a plan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3. Form event committees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4. Prepare the budget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5. Select date and venue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6. Arrange resources and permissions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7. Promote the event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8. Conduct the event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9. Collect feedback and evaluate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84930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ptos"/>
              </a:defRPr>
            </a:pPr>
            <a:r>
              <a:rPr dirty="0"/>
              <a:t> Event Planning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881360" cy="54864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Important planning activities: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Decide theme and objectives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Prepare a schedule and timeline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Assign responsibilities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Estimate expected participants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Arrange venue, equipment and materials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Plan transportation, food and accommodation when needed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49826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ptos"/>
              </a:defRPr>
            </a:pPr>
            <a:r>
              <a:rPr dirty="0"/>
              <a:t> Event Committees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881360" cy="54864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Different teams can handle different responsibilities: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Event Coordination Team – overall management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Finance Team – budget and expenses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Publicity Team – posters, social media and announcements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Hospitality Team – guests and participants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Technical Team – sound, lights and equipment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Discipline &amp; Safety Team – crowd control and emergency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85419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ptos"/>
              </a:defRPr>
            </a:pPr>
            <a:r>
              <a:rPr dirty="0"/>
              <a:t> Budget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881360" cy="54864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A budget helps control event expenses.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Major expenses may include: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Venue and decoration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Sound, lights and technical equipment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Food and refreshments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Prizes and certificates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Publicity and printing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Guest arrangements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Tip: Keep a small emergency fund for unexpected costs.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7498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ptos"/>
              </a:defRPr>
            </a:pPr>
            <a:r>
              <a:t> </a:t>
            </a:r>
            <a:r>
              <a:rPr dirty="0"/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881360" cy="54864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College event management is more than conducting a program.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It develops leadership, teamwork, communication, decision-making and problem-solving skills.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With proper planning, coordination and evaluation, a college event can be organized successfully and create a memorable experience for everyone.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90813" y="2147147"/>
            <a:ext cx="268732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latin typeface="Aptos"/>
              </a:defRPr>
            </a:pPr>
            <a:r>
              <a:rPr dirty="0"/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750146" y="3217334"/>
            <a:ext cx="10881360" cy="54864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402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thanushreddy kalavapalli</cp:lastModifiedBy>
  <cp:revision>3</cp:revision>
  <dcterms:created xsi:type="dcterms:W3CDTF">2013-01-27T09:14:16Z</dcterms:created>
  <dcterms:modified xsi:type="dcterms:W3CDTF">2026-10-03T04:55:25Z</dcterms:modified>
  <cp:category/>
</cp:coreProperties>
</file>