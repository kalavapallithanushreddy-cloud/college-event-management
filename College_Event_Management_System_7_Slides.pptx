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C3052"/>
          </a:solidFill>
          <a:ln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914400"/>
            <a:ext cx="2103120" cy="2103120"/>
          </a:xfrm>
          <a:prstGeom prst="ellipse">
            <a:avLst/>
          </a:prstGeom>
          <a:solidFill>
            <a:srgbClr val="3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2057400"/>
            <a:ext cx="1371600" cy="1371600"/>
          </a:xfrm>
          <a:prstGeom prst="ellipse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3886200"/>
            <a:ext cx="1051560" cy="1051560"/>
          </a:xfrm>
          <a:prstGeom prst="ellipse">
            <a:avLst/>
          </a:prstGeom>
          <a:solidFill>
            <a:srgbClr val="5C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23960" y="2011680"/>
            <a:ext cx="21488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148840" cy="438912"/>
          </a:xfrm>
          <a:prstGeom prst="roundRect">
            <a:avLst>
              <a:gd name="adj" fmla="val 12000"/>
            </a:avLst>
          </a:prstGeom>
          <a:solidFill>
            <a:srgbClr val="3870BE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2542032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C3052"/>
                </a:solidFill>
                <a:latin typeface="Aptos"/>
              </a:rPr>
              <a:t>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090672"/>
            <a:ext cx="256032" cy="182880"/>
          </a:xfrm>
          <a:prstGeom prst="round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73767" y="3090672"/>
            <a:ext cx="256032" cy="18288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9255" y="3090672"/>
            <a:ext cx="256032" cy="182880"/>
          </a:xfrm>
          <a:prstGeom prst="round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3419856"/>
            <a:ext cx="256032" cy="18288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73767" y="3419856"/>
            <a:ext cx="256032" cy="182880"/>
          </a:xfrm>
          <a:prstGeom prst="round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49255" y="3419856"/>
            <a:ext cx="256032" cy="18288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21792"/>
            <a:ext cx="6309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79A9D"/>
                </a:solidFill>
                <a:latin typeface="Aptos"/>
              </a:rPr>
              <a:t>PROJECT PRESENTATION  |  2026–2027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417320"/>
            <a:ext cx="67208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C3052"/>
                </a:solidFill>
                <a:latin typeface="Aptos"/>
              </a:rPr>
              <a:t>College Event
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246120"/>
            <a:ext cx="6126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3870BE"/>
                </a:solidFill>
                <a:latin typeface="Aptos"/>
              </a:rPr>
              <a:t>MERN Stack Based Web Application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3977639"/>
            <a:ext cx="749808" cy="54864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279392"/>
            <a:ext cx="61264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C3849"/>
                </a:solidFill>
                <a:latin typeface="Aptos"/>
              </a:rPr>
              <a:t>Student Name(s): ____________________
Roll Number(s): ______________________
Department: Computer Science and Engineering
College Name: ________________________
Guide Name: 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080760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MERN  •  REST APIs  • 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Abstract &amp;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A centralized platform to organize college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82495"/>
            <a:ext cx="64008" cy="4123944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4892040" cy="3685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2C3849"/>
                </a:solidFill>
                <a:latin typeface="Aptos"/>
              </a:rPr>
              <a:t>A centralized MERN-based platform for creating and managing college events. It organizes event details in one place, helping reduce manual work and keep information consistent.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72768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682495"/>
            <a:ext cx="64008" cy="2112263"/>
          </a:xfrm>
          <a:prstGeom prst="rect">
            <a:avLst/>
          </a:prstGeom>
          <a:solidFill>
            <a:srgbClr val="3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719072"/>
            <a:ext cx="5029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103120"/>
            <a:ext cx="5029200" cy="16733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2C3849"/>
                </a:solidFill>
                <a:latin typeface="Aptos"/>
              </a:rPr>
              <a:t>Organizers can add and manage event name, date, time, venue, organizer, and participant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224528"/>
            <a:ext cx="16642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4443984"/>
            <a:ext cx="14813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3870BE"/>
                </a:solidFill>
                <a:latin typeface="Aptos"/>
              </a:rPr>
              <a:t>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4919472"/>
            <a:ext cx="14813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7768B"/>
                </a:solidFill>
                <a:latin typeface="Aptos"/>
              </a:rPr>
              <a:t>User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4224528"/>
            <a:ext cx="16642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4443984"/>
            <a:ext cx="14813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379A9D"/>
                </a:solidFill>
                <a:latin typeface="Aptos"/>
              </a:rPr>
              <a:t>Node.js +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4919472"/>
            <a:ext cx="14813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7768B"/>
                </a:solidFill>
                <a:latin typeface="Aptos"/>
              </a:rPr>
              <a:t>Backend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7" y="4224528"/>
            <a:ext cx="166420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4443984"/>
            <a:ext cx="14813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A8B69"/>
                </a:solidFill>
                <a:latin typeface="Aptos"/>
              </a:rP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7" y="4919472"/>
            <a:ext cx="14813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7768B"/>
                </a:solidFill>
                <a:latin typeface="Aptos"/>
              </a:rPr>
              <a:t>Event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Problem Statement,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Why a centralized event management system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35204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682495"/>
            <a:ext cx="64008" cy="4306824"/>
          </a:xfrm>
          <a:prstGeom prst="rect">
            <a:avLst/>
          </a:prstGeom>
          <a:solidFill>
            <a:srgbClr val="3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54680" cy="3867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C3849"/>
                </a:solidFill>
                <a:latin typeface="Aptos"/>
              </a:rPr>
              <a:t>Manual event management can create scattered records and make updates difficult.
Organizers may rely on spreadsheets, messages, or paper records.
A centralized digital system is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5204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82495"/>
            <a:ext cx="64008" cy="4306824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3867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C3849"/>
                </a:solidFill>
                <a:latin typeface="Aptos"/>
              </a:rPr>
              <a:t>• Create and manage events
• Store event information
• View, update, and delete records
• Manage organizers and participants
• Provide a simple user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72768"/>
            <a:ext cx="35204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682495"/>
            <a:ext cx="64008" cy="4306824"/>
          </a:xfrm>
          <a:prstGeom prst="rect">
            <a:avLst/>
          </a:prstGeom>
          <a:solidFill>
            <a:srgbClr val="2A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71907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103120"/>
            <a:ext cx="3154680" cy="3867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C3849"/>
                </a:solidFill>
                <a:latin typeface="Aptos"/>
              </a:rPr>
              <a:t>• Event creation
• Event management
• Participant management
• Organizer management
• Centralized MongoDB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Features &amp;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Core capabilities and how the application handles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5166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C3052"/>
                </a:solidFill>
                <a:latin typeface="Aptos"/>
              </a:rPr>
              <a:t>Main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21408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Add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5" y="2011680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121408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View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16352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26080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Search event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5" y="2816352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926080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Update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21024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730752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Delete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3621024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3730752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Manage participants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25696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35424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Manage organizers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5" y="4425696"/>
            <a:ext cx="2423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4535424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3849"/>
                </a:solidFill>
                <a:latin typeface="Aptos"/>
              </a:rPr>
              <a:t>✓  Responsive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572768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81051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C3052"/>
                </a:solidFill>
                <a:latin typeface="Aptos"/>
              </a:rPr>
              <a:t>CRUD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2423160"/>
            <a:ext cx="10698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79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596896"/>
            <a:ext cx="996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79A9D"/>
                </a:solidFill>
                <a:latin typeface="Aptos"/>
              </a:rPr>
              <a:t>CREATE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44383" y="2423160"/>
            <a:ext cx="10698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59" y="2596896"/>
            <a:ext cx="996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870BE"/>
                </a:solidFill>
                <a:latin typeface="Aptos"/>
              </a:rPr>
              <a:t>READ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423160"/>
            <a:ext cx="10698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5" y="2596896"/>
            <a:ext cx="996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870BE"/>
                </a:solidFill>
                <a:latin typeface="Aptos"/>
              </a:rPr>
              <a:t>UPDATE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94976" y="2423160"/>
            <a:ext cx="10698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C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1" y="2596896"/>
            <a:ext cx="996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BC6751"/>
                </a:solidFill>
                <a:latin typeface="Aptos"/>
              </a:rP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8862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C3052"/>
                </a:solidFill>
                <a:latin typeface="Aptos"/>
              </a:rPr>
              <a:t>Functional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70832"/>
            <a:ext cx="4892040" cy="1691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3849"/>
                </a:solidFill>
                <a:latin typeface="Aptos"/>
              </a:defRPr>
            </a:pPr>
            <a:r>
              <a:t>•  Frontend communicates with backend using REST APIs.</a:t>
            </a:r>
          </a:p>
          <a:p>
            <a:pPr>
              <a:spcAft>
                <a:spcPts val="1000"/>
              </a:spcAft>
              <a:defRPr sz="1400">
                <a:solidFill>
                  <a:srgbClr val="2C3849"/>
                </a:solidFill>
                <a:latin typeface="Aptos"/>
              </a:defRPr>
            </a:pPr>
            <a:r>
              <a:t>•  Backend processes requests and applies validation.</a:t>
            </a:r>
          </a:p>
          <a:p>
            <a:pPr>
              <a:spcAft>
                <a:spcPts val="1000"/>
              </a:spcAft>
              <a:defRPr sz="1400">
                <a:solidFill>
                  <a:srgbClr val="2C3849"/>
                </a:solidFill>
                <a:latin typeface="Aptos"/>
              </a:defRPr>
            </a:pPr>
            <a:r>
              <a:t>•  MongoDB stores and retrieves event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Algorithms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Request-to-response workflow and CRUD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870BE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Enters event
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31720"/>
            <a:ext cx="310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7768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8024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79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79A9D"/>
                </a:solidFill>
                <a:latin typeface="Aptos"/>
              </a:rP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Sends HTTP
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2331720"/>
            <a:ext cx="310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7768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870BE"/>
                </a:solidFill>
                <a:latin typeface="Aptos"/>
              </a:rPr>
              <a:t>Express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Processes &amp;
validates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331720"/>
            <a:ext cx="310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7768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28232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A8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A8B69"/>
                </a:solidFill>
                <a:latin typeface="Aptos"/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Stores or
retrieves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331720"/>
            <a:ext cx="310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7768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03336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79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79A9D"/>
                </a:solidFill>
                <a:latin typeface="Aptos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JSON returned
to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2331720"/>
            <a:ext cx="310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7768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1828800"/>
            <a:ext cx="16276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8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51592" y="2029968"/>
            <a:ext cx="14813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870BE"/>
                </a:solidFill>
                <a:latin typeface="Aptos"/>
              </a:rPr>
              <a:t>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2487168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C3849"/>
                </a:solidFill>
                <a:latin typeface="Aptos"/>
              </a:rPr>
              <a:t>Displays updated
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C3052"/>
                </a:solidFill>
                <a:latin typeface="Aptos"/>
              </a:rPr>
              <a:t>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0520"/>
            <a:ext cx="6675120" cy="1828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User enters event details in the React interface.</a:t>
            </a:r>
          </a:p>
          <a:p>
            <a:pPr>
              <a:spcAft>
                <a:spcPts val="5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React sends an HTTP request to the Express backend.</a:t>
            </a:r>
          </a:p>
          <a:p>
            <a:pPr>
              <a:spcAft>
                <a:spcPts val="5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Backend validates input and performs database operations.</a:t>
            </a:r>
          </a:p>
          <a:p>
            <a:pPr>
              <a:spcAft>
                <a:spcPts val="5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MongoDB returns data; the backend sends a JSON response.</a:t>
            </a:r>
          </a:p>
          <a:p>
            <a:pPr>
              <a:spcAft>
                <a:spcPts val="5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React updates the information shown to the user.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858768"/>
            <a:ext cx="3703320" cy="196596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413308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C3052"/>
                </a:solidFill>
                <a:latin typeface="Aptos"/>
              </a:rPr>
              <a:t>CRUD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09160"/>
            <a:ext cx="3246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379A9D"/>
                </a:solidFill>
                <a:latin typeface="Aptos"/>
              </a:rPr>
              <a:t>Create  →  Read
Update  →  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Technologies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MERN stack components and development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212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08760"/>
            <a:ext cx="2377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5074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29967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React.js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29967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Frontend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41448"/>
            <a:ext cx="5074920" cy="411480"/>
          </a:xfrm>
          <a:prstGeom prst="rect">
            <a:avLst/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0545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505456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Backend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16936"/>
            <a:ext cx="5074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980944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98094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REST API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92424"/>
            <a:ext cx="5074920" cy="411480"/>
          </a:xfrm>
          <a:prstGeom prst="rect">
            <a:avLst/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56432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4564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67912"/>
            <a:ext cx="5074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2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93192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Data exchange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343400"/>
            <a:ext cx="5074920" cy="411480"/>
          </a:xfrm>
          <a:prstGeom prst="rect">
            <a:avLst/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0740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407408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Development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18888"/>
            <a:ext cx="5074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88289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Postman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882896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API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94376"/>
            <a:ext cx="5074920" cy="411480"/>
          </a:xfrm>
          <a:prstGeom prst="rect">
            <a:avLst/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58384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870BE"/>
                </a:solidFill>
                <a:latin typeface="Aptos"/>
              </a:rPr>
              <a:t>npm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35838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C3849"/>
                </a:solidFill>
                <a:latin typeface="Aptos"/>
              </a:rPr>
              <a:t>Package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1572768"/>
            <a:ext cx="534924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682495"/>
            <a:ext cx="64008" cy="4215383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1719072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103120"/>
            <a:ext cx="4983479" cy="3776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2C3849"/>
                </a:solidFill>
                <a:latin typeface="Aptos"/>
              </a:rPr>
              <a:t>• React components build the interface.
• Express routes handle incoming requests.
• Node.js manages backend logic.
• MongoDB stores event records.
• REST APIs connect the frontend and backend.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989320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7768B"/>
                </a:solidFill>
                <a:latin typeface="Aptos"/>
              </a:rPr>
              <a:t>Development stack: JavaScript • REST •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C3052"/>
                </a:solidFill>
                <a:latin typeface="Aptos"/>
              </a:rPr>
              <a:t>Results,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68B"/>
                </a:solidFill>
                <a:latin typeface="Aptos"/>
              </a:rPr>
              <a:t>Testing summary, next steps,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3870B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36192"/>
            <a:ext cx="37033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19"/>
            <a:ext cx="64008" cy="1746504"/>
          </a:xfrm>
          <a:prstGeom prst="rect">
            <a:avLst/>
          </a:prstGeom>
          <a:solidFill>
            <a:srgbClr val="37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3337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66543"/>
            <a:ext cx="3337560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C3849"/>
                </a:solidFill>
                <a:latin typeface="Aptos"/>
              </a:rPr>
              <a:t>Events can be created, viewed, updated, and deleted. Event data is stored in MongoDB, with frontend and backend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703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Testing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Create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3891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View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8463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Update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3035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3891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Delete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891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8463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Database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463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303520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3849"/>
                </a:solidFill>
                <a:latin typeface="Aptos"/>
              </a:rPr>
              <a:t>✓ API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0352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A8B69"/>
                </a:solidFill>
                <a:latin typeface="Aptos"/>
              </a:rPr>
              <a:t>Passed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1536192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1645919"/>
            <a:ext cx="64008" cy="1289304"/>
          </a:xfrm>
          <a:prstGeom prst="rect">
            <a:avLst/>
          </a:prstGeom>
          <a:solidFill>
            <a:srgbClr val="3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1682495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066543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C3849"/>
                </a:solidFill>
                <a:latin typeface="Aptos"/>
              </a:rPr>
              <a:t>A centralized, easy-to-use platform for managing college events using the MERN stack.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246120"/>
            <a:ext cx="3429000" cy="2761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45643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Future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3886200"/>
            <a:ext cx="2971800" cy="19202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C3849"/>
                </a:solidFill>
                <a:latin typeface="Aptos"/>
              </a:defRPr>
            </a:pPr>
            <a:r>
              <a:t>•  Authentication and role-based access</a:t>
            </a:r>
          </a:p>
          <a:p>
            <a:pPr>
              <a:spcAft>
                <a:spcPts val="500"/>
              </a:spcAft>
              <a:defRPr sz="1200">
                <a:solidFill>
                  <a:srgbClr val="2C3849"/>
                </a:solidFill>
                <a:latin typeface="Aptos"/>
              </a:defRPr>
            </a:pPr>
            <a:r>
              <a:t>•  Online event registration</a:t>
            </a:r>
          </a:p>
          <a:p>
            <a:pPr>
              <a:spcAft>
                <a:spcPts val="500"/>
              </a:spcAft>
              <a:defRPr sz="1200">
                <a:solidFill>
                  <a:srgbClr val="2C3849"/>
                </a:solidFill>
                <a:latin typeface="Aptos"/>
              </a:defRPr>
            </a:pPr>
            <a:r>
              <a:t>•  Notifications and reminders</a:t>
            </a:r>
          </a:p>
          <a:p>
            <a:pPr>
              <a:spcAft>
                <a:spcPts val="500"/>
              </a:spcAft>
              <a:defRPr sz="1200">
                <a:solidFill>
                  <a:srgbClr val="2C3849"/>
                </a:solidFill>
                <a:latin typeface="Aptos"/>
              </a:defRPr>
            </a:pPr>
            <a:r>
              <a:t>•  Attendance tracking and certificates</a:t>
            </a:r>
          </a:p>
          <a:p>
            <a:pPr>
              <a:spcAft>
                <a:spcPts val="500"/>
              </a:spcAft>
              <a:defRPr sz="1200">
                <a:solidFill>
                  <a:srgbClr val="2C3849"/>
                </a:solidFill>
                <a:latin typeface="Aptos"/>
              </a:defRPr>
            </a:pPr>
            <a:r>
              <a:t>•  Admin dashboard and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536192"/>
            <a:ext cx="3401568" cy="4471416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810512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3052"/>
                </a:solidFill>
                <a:latin typeface="Aptos"/>
              </a:rPr>
              <a:t>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304288"/>
            <a:ext cx="2852928" cy="31546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MongoDB Documentation</a:t>
            </a:r>
          </a:p>
          <a:p>
            <a:pPr>
              <a:spcAft>
                <a:spcPts val="13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React Documentation</a:t>
            </a:r>
          </a:p>
          <a:p>
            <a:pPr>
              <a:spcAft>
                <a:spcPts val="13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Node.js Documentation</a:t>
            </a:r>
          </a:p>
          <a:p>
            <a:pPr>
              <a:spcAft>
                <a:spcPts val="13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Express.js Documentation</a:t>
            </a:r>
          </a:p>
          <a:p>
            <a:pPr>
              <a:spcAft>
                <a:spcPts val="1300"/>
              </a:spcAft>
              <a:defRPr sz="1300">
                <a:solidFill>
                  <a:srgbClr val="2C3849"/>
                </a:solidFill>
                <a:latin typeface="Aptos"/>
              </a:defRPr>
            </a:pPr>
            <a:r>
              <a:t>•  MDN Web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532120"/>
            <a:ext cx="2852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7768B"/>
                </a:solidFill>
                <a:latin typeface="Aptos"/>
              </a:rPr>
              <a:t>Responsive UI • CRUD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